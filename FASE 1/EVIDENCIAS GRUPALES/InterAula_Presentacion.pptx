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axf0xRlRytHc8KT4R2i9Xe649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315C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280160" y="4572000"/>
            <a:ext cx="3108960" cy="31089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AA8B"/>
                </a:solidFill>
                <a:latin typeface="Calibri"/>
                <a:ea typeface="Calibri"/>
                <a:cs typeface="Calibri"/>
                <a:sym typeface="Calibri"/>
              </a:rPr>
              <a:t>CAPSTONE · PTY4614 · EVALUACIÓN FORMATIVA FASE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82880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InterAula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1546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Plataforma Colaborativa de Intercambio Académico y Tutorías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4114800"/>
            <a:ext cx="6035040" cy="18288"/>
          </a:xfrm>
          <a:prstGeom prst="rect">
            <a:avLst/>
          </a:prstGeom>
          <a:solidFill>
            <a:srgbClr val="2A4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" y="4434840"/>
            <a:ext cx="1965960" cy="777240"/>
          </a:xfrm>
          <a:prstGeom prst="roundRect">
            <a:avLst>
              <a:gd fmla="val 11765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22960" y="4434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Hermosilla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971800" y="4434840"/>
            <a:ext cx="1965960" cy="777240"/>
          </a:xfrm>
          <a:prstGeom prst="roundRect">
            <a:avLst>
              <a:gd fmla="val 11765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971800" y="4434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Martín Véliz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120640" y="4434840"/>
            <a:ext cx="1965960" cy="777240"/>
          </a:xfrm>
          <a:prstGeom prst="roundRect">
            <a:avLst>
              <a:gd fmla="val 11765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120640" y="4434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Lukas Donoso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2960" y="5577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Sede Melipilla · Santiago, agosto de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2344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Una plataforma que conecta a estudiantes que necesitan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apoyo académico con quienes pueden ofrecerlo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2514600"/>
            <a:ext cx="6309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InterAula es un sistema web/móvil que reemplaza la economía de créditos por insignias de logro y perfiles de reputación construidos automáticamente. Cada tutoría se evalúa de 1 a 10 en comunicación, dominio del tema y puntualidad, generando datos que alimentan un motor de recomendación inteligente.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223760" y="1234440"/>
            <a:ext cx="4434840" cy="1417320"/>
          </a:xfrm>
          <a:prstGeom prst="roundRect">
            <a:avLst>
              <a:gd fmla="val 516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452360" y="149047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452360" y="14904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libri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🏅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83880" y="139903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Insignias de logro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183880" y="1764792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Prestigio comunitario en vez de moneda virtual, otorgado al alcanzar hitos de tutorías.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223760" y="2862072"/>
            <a:ext cx="4434840" cy="1417320"/>
          </a:xfrm>
          <a:prstGeom prst="roundRect">
            <a:avLst>
              <a:gd fmla="val 516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52360" y="3118104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452360" y="311810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libri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83880" y="302666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Perfil automático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83880" y="3392424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Clustering K-Means agrupa tutores y recomienda según afinidad de aprendizaje.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23760" y="4489704"/>
            <a:ext cx="4434840" cy="1417320"/>
          </a:xfrm>
          <a:prstGeom prst="roundRect">
            <a:avLst>
              <a:gd fmla="val 516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452360" y="4745736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452360" y="47457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libri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83880" y="4654296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Hub de Proyectos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183880" y="5020056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Espacio para formar equipos multidisciplinarios según intereses del estudiante.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3AA8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Tres barreras que limitan el apoyo académico hoy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2057400"/>
            <a:ext cx="3611880" cy="3520440"/>
          </a:xfrm>
          <a:prstGeom prst="roundRect">
            <a:avLst>
              <a:gd fmla="val 259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68680" y="23774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10"/>
              <a:buFont typeface="Calibri"/>
              <a:buNone/>
            </a:pPr>
            <a:r>
              <a:rPr b="1" i="0" lang="en-US" sz="221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b="0" i="0" sz="2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económico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68680" y="388620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Las tutorías particulares tienen un costo que no todos los estudiantes pueden asumir, incrementando el riesgo de deserción.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89120" y="2057400"/>
            <a:ext cx="3611880" cy="3520440"/>
          </a:xfrm>
          <a:prstGeom prst="roundRect">
            <a:avLst>
              <a:gd fmla="val 259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709160" y="2377440"/>
            <a:ext cx="777240" cy="7772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709160" y="23774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10"/>
              <a:buFont typeface="Calibri"/>
              <a:buNone/>
            </a:pPr>
            <a:r>
              <a:rPr b="1" i="0" lang="en-US" sz="221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b="0" i="0" sz="2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0916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Fragmentación del talento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09160" y="388620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Estudiantes con conocimientos valiosos no tienen canales para ofrecer apoyo ni encontrar colaboradores de otras carreras.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229600" y="2057400"/>
            <a:ext cx="3611880" cy="3520440"/>
          </a:xfrm>
          <a:prstGeom prst="roundRect">
            <a:avLst>
              <a:gd fmla="val 259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549640" y="2377440"/>
            <a:ext cx="777240" cy="7772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549640" y="23774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10"/>
              <a:buFont typeface="Calibri"/>
              <a:buNone/>
            </a:pPr>
            <a:r>
              <a:rPr b="1" i="0" lang="en-US" sz="221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54964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Asimetría de información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549640" y="388620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existe una forma confiable de identificar qué tutor se ajusta mejor al estilo y necesidad de aprendizaje de cada estudiante.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68680" y="13441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CE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7ECE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68680" y="1627632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colaborativa que facilite el intercambio de apoyo académico y la conexión de talentos, mediante insignias de logro, perfiles automáticos de reputación y un motor de recomendación basado en Machine Learning.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2971800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13232" y="3191256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13232" y="31912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417320" y="304495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Analizar los requerimientos funcionales y no funcionales para definir el alcance del MVP.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72200" y="2971800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336792" y="3191256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336792" y="31912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040880" y="304495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Diseñar la arquitectura de software, el modelo de base de datos y las interfaces de usuario.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4142232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13232" y="4361688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13232" y="4361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417320" y="4215384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Desarrollar el frontend de la plataforma asegurando una interacción fluida.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172200" y="4142232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336792" y="4361688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336792" y="4361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040880" y="4215384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Construir el backend y la base de datos relacional (usuarios, insignias, valoraciones).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5312664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13232" y="5532120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13232" y="5532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417320" y="5385816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Integrar servicios externos de autenticación para proteger la privacidad de los datos.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172200" y="5312664"/>
            <a:ext cx="5349240" cy="987552"/>
          </a:xfrm>
          <a:prstGeom prst="roundRect">
            <a:avLst>
              <a:gd fmla="val 6481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336792" y="5532120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336792" y="5532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040880" y="5385816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Ejecutar pruebas de funcionamiento del sistema de insignias y del motor de recomendación.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12344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Un Producto Mínimo Viable (MVP) con módulos priorizados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Modelo B2C, enfocado directamente en el estudiante. Certificados institucionales y cartas de recomendación quedan como funcionalidades futuras.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2423160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13232" y="254203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13232" y="3044952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Registro institucional; perfil con habilidades y materias necesitadas.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401568" y="2423160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566160" y="254203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Insignias y Prestigio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566160" y="3044952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Otorgamiento automático por hitos (10, 25, 50 tutorías).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254496" y="2423160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419088" y="254203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Perfil Automático del Tutor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19088" y="3044952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Evaluación multicriterio (1–10) que arma el perfil de fortalezas.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107424" y="2423160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9272016" y="254203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Motor de Recomendación (ML)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272016" y="3044952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Clustering K-Means: agrupa tutores y sugiere afinidades.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3968496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13232" y="4087368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Agenda y Mensajería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13232" y="459028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Calendario de sesiones y chat interno en tiempo real.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401568" y="3968496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566160" y="4087368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Repositorio de Apuntes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566160" y="459028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Subida, previsualización y descarga de material de estudio.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254496" y="3968496"/>
            <a:ext cx="2724912" cy="1417320"/>
          </a:xfrm>
          <a:prstGeom prst="roundRect">
            <a:avLst>
              <a:gd fmla="val 4516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419088" y="4087368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 de Proyectos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419088" y="459028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Tablón para formar equipos multidisciplinarios.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ALCANCES · EVIDENCIA DE DISEÑO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11887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Mockups de las pantallas principales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Prototipos visuales que mapean la experiencia de usuario antes de programar el frontend.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66928" y="2642616"/>
            <a:ext cx="2715768" cy="1728216"/>
          </a:xfrm>
          <a:prstGeom prst="roundRect">
            <a:avLst>
              <a:gd fmla="val 3175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1B2A4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nicio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2697480"/>
            <a:ext cx="2606040" cy="16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21792" y="44622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337560" y="2642616"/>
            <a:ext cx="2715768" cy="1728216"/>
          </a:xfrm>
          <a:prstGeom prst="roundRect">
            <a:avLst>
              <a:gd fmla="val 3175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1B2A4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Descubrir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2424" y="2697480"/>
            <a:ext cx="2606040" cy="16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3392424" y="44622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Descubrir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108192" y="2642616"/>
            <a:ext cx="2715768" cy="1728216"/>
          </a:xfrm>
          <a:prstGeom prst="roundRect">
            <a:avLst>
              <a:gd fmla="val 3175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1B2A4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Perfil.png" id="166" name="Google Shape;1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3056" y="2697480"/>
            <a:ext cx="2606040" cy="16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6163056" y="44622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878824" y="2642616"/>
            <a:ext cx="2715768" cy="1728216"/>
          </a:xfrm>
          <a:prstGeom prst="roundRect">
            <a:avLst>
              <a:gd fmla="val 3175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1B2A4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Tablero_Kanban.png" id="169" name="Google Shape;1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3688" y="2697480"/>
            <a:ext cx="2606040" cy="16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8933688" y="44622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Hub de Proyectos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fmla="val 1272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Evidencia de avance requerida por la asignatura: demuestra la planificación de la experiencia de usuario antes de programar el frontend.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182877" y="164575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005780" y="25607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ALCANCES · MODELO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-10" y="1129333"/>
            <a:ext cx="685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Modelo Entidad-Relación (MER)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8840" y="1751085"/>
            <a:ext cx="3794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El modelo soporta el perfil multidimensional de cada tutor, el historial de insignias y los vectores de características usados por el clustering K-Means, de forma escalable a medida que crece la comunidad.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8840" y="371704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ENTIDADES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1440" y="4128418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35996" y="4700083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064800" y="4101093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265968" y="3963933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tutores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1440" y="4489748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32283" y="435708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sesiones_tutoria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064800" y="4512573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2265968" y="4375413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evaluaciones_tutoria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98878" y="4851078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71933" y="401411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perfiles_clustering_tutor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064800" y="4924053"/>
            <a:ext cx="91500" cy="9150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2265968" y="4786893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proyectos_hub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54296" y="1545336"/>
            <a:ext cx="6510528" cy="4590288"/>
          </a:xfrm>
          <a:prstGeom prst="roundRect">
            <a:avLst>
              <a:gd fmla="val 996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1B2A4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MER_con_Destacaciones_incluidas.png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525" y="390175"/>
            <a:ext cx="7919474" cy="61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3AA8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HITOS · ETAPAS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Metodología Scrum en cuatro grandes hitos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fmla="val 280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77240" y="2240280"/>
            <a:ext cx="960120" cy="457200"/>
          </a:xfrm>
          <a:prstGeom prst="roundRect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77240" y="224028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77240" y="2880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Definición y diseño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77240" y="370332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requerimientos, Product Backlog, mockups UI/UX y modelado de la base de datos (MER).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172968" y="3648456"/>
            <a:ext cx="173736" cy="201168"/>
          </a:xfrm>
          <a:prstGeom prst="chevron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355848" y="1965960"/>
            <a:ext cx="2606040" cy="3566160"/>
          </a:xfrm>
          <a:prstGeom prst="roundRect">
            <a:avLst>
              <a:gd fmla="val 280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584448" y="2240280"/>
            <a:ext cx="960120" cy="457200"/>
          </a:xfrm>
          <a:prstGeom prst="roundRect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584448" y="224028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S1–2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584448" y="2880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 e Insignias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584448" y="370332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Sprint 1: perfiles y login. Sprint 2: sistema de insignias y perfil automático de valoraciones.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980176" y="3648456"/>
            <a:ext cx="173736" cy="201168"/>
          </a:xfrm>
          <a:prstGeom prst="chevron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163056" y="1965960"/>
            <a:ext cx="2606040" cy="3566160"/>
          </a:xfrm>
          <a:prstGeom prst="roundRect">
            <a:avLst>
              <a:gd fmla="val 280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391656" y="2240280"/>
            <a:ext cx="960120" cy="457200"/>
          </a:xfrm>
          <a:prstGeom prst="roundRect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391656" y="224028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S3–4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391656" y="2880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 y Motor de Recomendación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391656" y="370332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Sprint 3: Hub de Proyectos y apuntes. Sprint 4: integración del modelo K-Means.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787384" y="3648456"/>
            <a:ext cx="173736" cy="201168"/>
          </a:xfrm>
          <a:prstGeom prst="chevron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970264" y="1965960"/>
            <a:ext cx="2606040" cy="3566160"/>
          </a:xfrm>
          <a:prstGeom prst="roundRect">
            <a:avLst>
              <a:gd fmla="val 280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9198864" y="2240280"/>
            <a:ext cx="960120" cy="457200"/>
          </a:xfrm>
          <a:prstGeom prst="roundRect">
            <a:avLst>
              <a:gd fmla="val 50000" name="adj"/>
            </a:avLst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198864" y="224028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198864" y="2880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QA, despliegue y defensa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198864" y="370332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Pruebas de aceptación, corrección de errores, despliegue del MVP y exposición final.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3315C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48640" y="4572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3AA8B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325880" y="56692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137160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alcance honesto es la base de una solución alcanzable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48640" y="2331720"/>
            <a:ext cx="6492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Esta primera fase nos permitió pasar de una idea amplia a una definición de proyecto concreta y argumentable. InterAula integra de forma natural varias competencias del perfil de egreso —modelado de datos, desarrollo de software y gestión de proyectos— en un mismo desarrollo. Priorizar el intercambio de tutorías y el motor de recomendación por sobre funcionalidades futuras como certificados institucionales nos permite demostrar una solución de ingeniería completa y verificable dentro de un semestre.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360920" y="233172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571232" y="2569464"/>
            <a:ext cx="548640" cy="5486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571232" y="25694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229600" y="2459736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realista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229600" y="277063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MVP acotado, con funcionalidades futuras claramente identificadas.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360920" y="356616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7571232" y="3803904"/>
            <a:ext cx="548640" cy="5486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571232" y="38039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8229600" y="3694176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Competencias integradas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229600" y="400507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Datos, desarrollo de software y gestión conviven en un solo proyecto.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360920" y="480060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571232" y="5038344"/>
            <a:ext cx="548640" cy="548640"/>
          </a:xfrm>
          <a:prstGeom prst="ellipse">
            <a:avLst/>
          </a:prstGeom>
          <a:solidFill>
            <a:srgbClr val="43A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571232" y="5038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229600" y="4928616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 mitigado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229600" y="523951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Datos sintéticos y entregas incrementales reducen el riesgo de cold-start del modelo ML.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InterAula · Capstone PTY4614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96112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2026-08-31T20:58:09Z</dcterms:created>
  <dc:creator>PptxGenJS</dc:creator>
</cp:coreProperties>
</file>